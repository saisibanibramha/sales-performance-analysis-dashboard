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6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4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4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5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8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8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16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1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1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8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4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9000"/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971E7-0D3B-46B4-A28A-8F7837E872D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A5D75-AD2D-4645-A9D7-A67412B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2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609600"/>
            <a:ext cx="12192000" cy="7315200"/>
          </a:xfrm>
          <a:prstGeom prst="rect">
            <a:avLst/>
          </a:prstGeom>
          <a:solidFill>
            <a:srgbClr val="EB6C15">
              <a:alpha val="7372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52387"/>
            <a:ext cx="2333625" cy="7858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215122"/>
            <a:ext cx="48387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PROBLEMS</a:t>
            </a:r>
            <a:endParaRPr lang="en-US" sz="3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2100277"/>
            <a:ext cx="2447925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BRD KPI’S</a:t>
            </a:r>
            <a:endParaRPr lang="en-US" sz="3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0050" y="2876550"/>
            <a:ext cx="8020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 – 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Overall revenue generated from total food orders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950" y="3358633"/>
            <a:ext cx="9553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Average Rating – 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Customers satisfaction level across all restaurants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950" y="3782123"/>
            <a:ext cx="8058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 </a:t>
            </a:r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Overall revenue generated from total food orders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950" y="4438663"/>
            <a:ext cx="8058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Rating Count </a:t>
            </a:r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number of customer reviews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950" y="5223210"/>
            <a:ext cx="8058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Orders </a:t>
            </a:r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– 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food order </a:t>
            </a:r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recie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284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820650" cy="7458075"/>
          </a:xfrm>
          <a:prstGeom prst="rect">
            <a:avLst/>
          </a:prstGeom>
          <a:solidFill>
            <a:schemeClr val="accent2">
              <a:lumMod val="75000"/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52387"/>
            <a:ext cx="2333625" cy="785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15122"/>
            <a:ext cx="48387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PROBLEMS</a:t>
            </a:r>
            <a:endParaRPr lang="en-US" sz="3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100277"/>
            <a:ext cx="2447925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BRD Charts</a:t>
            </a:r>
            <a:endParaRPr lang="en-US" sz="3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0050" y="2876550"/>
            <a:ext cx="802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Month Sales Trends – 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 how total sales fluctuate month by month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950" y="3358633"/>
            <a:ext cx="9553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Daily Sales Trends – 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Highlights order and revenue variation across day of the week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1949" y="3782123"/>
            <a:ext cx="9782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 by food type (Veg or Nonveg) – 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Display state by revenue distribution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1949" y="4133242"/>
            <a:ext cx="873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Quarterly </a:t>
            </a:r>
            <a:r>
              <a:rPr lang="en-US" sz="20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Performence</a:t>
            </a:r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Summary – 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Combine Sales, Rating and Orders by Quarter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1475" y="4533352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Top 5 Cities by Sales – 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Identify leading cities contributing most revenue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475" y="4914900"/>
            <a:ext cx="11363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Sales Trend – 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Monitor weekly fluctuation in sales to identify consistency  or peak period.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613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135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yadav</dc:creator>
  <cp:lastModifiedBy>neeraj yadav</cp:lastModifiedBy>
  <cp:revision>10</cp:revision>
  <dcterms:created xsi:type="dcterms:W3CDTF">2025-12-17T05:40:47Z</dcterms:created>
  <dcterms:modified xsi:type="dcterms:W3CDTF">2025-12-17T08:04:35Z</dcterms:modified>
</cp:coreProperties>
</file>